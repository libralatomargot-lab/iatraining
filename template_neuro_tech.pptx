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Productivité</c:v>
                  </c:pt>
                  <c:pt idx="1">
                    <c:v>Adoption</c:v>
                  </c:pt>
                  <c:pt idx="2">
                    <c:v>Satisfaction</c:v>
                  </c:pt>
                  <c:pt idx="3">
                    <c:v>Autonomie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40</c:v>
                </c:pt>
                <c:pt idx="2">
                  <c:v>60</c:v>
                </c:pt>
                <c:pt idx="3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Productivité</c:v>
                  </c:pt>
                  <c:pt idx="1">
                    <c:v>Adoption</c:v>
                  </c:pt>
                  <c:pt idx="2">
                    <c:v>Satisfaction</c:v>
                  </c:pt>
                  <c:pt idx="3">
                    <c:v>Autonomie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90</c:v>
                </c:pt>
                <c:pt idx="2">
                  <c:v>88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A0E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73152" cy="73152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128016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457200"/>
            <a:ext cx="91440" cy="91440"/>
          </a:xfrm>
          <a:prstGeom prst="ellipse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097280"/>
            <a:ext cx="73152" cy="73152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64008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1005840"/>
            <a:ext cx="91440" cy="9144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54864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3200400"/>
            <a:ext cx="73152" cy="73152"/>
          </a:xfrm>
          <a:prstGeom prst="ellipse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4206240"/>
            <a:ext cx="91440" cy="9144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457200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4297680"/>
            <a:ext cx="73152" cy="73152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384048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43200"/>
            <a:ext cx="91440" cy="91440"/>
          </a:xfrm>
          <a:prstGeom prst="ellipse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731520"/>
            <a:ext cx="1188720" cy="54864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645920" y="457200"/>
            <a:ext cx="1280160" cy="8229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457200"/>
            <a:ext cx="1645920" cy="64008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572000" y="640080"/>
            <a:ext cx="1371600" cy="45720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640080"/>
            <a:ext cx="1554480" cy="3657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132320" y="3200400"/>
            <a:ext cx="1280160" cy="100584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029200" y="4206240"/>
            <a:ext cx="2103120" cy="3657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4297680"/>
            <a:ext cx="2286000" cy="27432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840480"/>
            <a:ext cx="1645920" cy="45720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43200"/>
            <a:ext cx="731520" cy="109728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4320"/>
            <a:ext cx="118872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" y="274320"/>
            <a:ext cx="118872" cy="2377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14630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1463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CONSULTANTE IA &amp; AGENTIQUE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20116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qui </a:t>
            </a:r>
            <a:pPr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640080" y="27432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équipes,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640080" y="3474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les remplacer.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640080" y="4343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· Ateliers · Accompagnement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Prénom NOM   ·   Mai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74320"/>
            <a:ext cx="118872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274320"/>
            <a:ext cx="118872" cy="2377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55448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 et opportunités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57784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approche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778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Neurosciences + IA + Agilité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55448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services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Formations, ateliers, accompagnement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57784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7784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pour démarrer ensemble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 — Consultante 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74320"/>
            <a:ext cx="118872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274320"/>
            <a:ext cx="118872" cy="2377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À PROPOS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parcours hybride.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Docteure en neurosciences computationnelles, reconvertie en IT depuis 5 ans, je conçois des solutions IA qui s'adaptent à la réalité humaine des équipes.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3756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Neurosciences computationnelles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4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 &amp; agentique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Agilité &amp; accompagnement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212080" y="2194560"/>
            <a:ext cx="160020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21208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+150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5303520" y="2834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formées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995160" y="2194560"/>
            <a:ext cx="160020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9516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10+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7086600" y="2834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 en R&amp;D / IT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212080" y="3383280"/>
            <a:ext cx="160020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12080" y="3520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5303520" y="4023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déployés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995160" y="3383280"/>
            <a:ext cx="160020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995160" y="3520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7086600" y="4023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 — Consultante 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73152" cy="73152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1280160"/>
            <a:ext cx="73152" cy="7315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457200"/>
            <a:ext cx="91440" cy="9144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097280"/>
            <a:ext cx="73152" cy="73152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640080"/>
            <a:ext cx="73152" cy="7315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1005840"/>
            <a:ext cx="91440" cy="9144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548640"/>
            <a:ext cx="73152" cy="7315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3200400"/>
            <a:ext cx="73152" cy="73152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4206240"/>
            <a:ext cx="91440" cy="9144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4572000"/>
            <a:ext cx="73152" cy="7315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4297680"/>
            <a:ext cx="73152" cy="73152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3840480"/>
            <a:ext cx="73152" cy="7315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43200"/>
            <a:ext cx="91440" cy="9144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731520"/>
            <a:ext cx="1188720" cy="54864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645920" y="457200"/>
            <a:ext cx="1280160" cy="8229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457200"/>
            <a:ext cx="1645920" cy="64008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572000" y="640080"/>
            <a:ext cx="1371600" cy="45720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640080"/>
            <a:ext cx="1554480" cy="3657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132320" y="3200400"/>
            <a:ext cx="1280160" cy="100584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029200" y="4206240"/>
            <a:ext cx="2103120" cy="3657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4297680"/>
            <a:ext cx="2286000" cy="27432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840480"/>
            <a:ext cx="1645920" cy="45720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43200"/>
            <a:ext cx="731520" cy="109728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PARTIE 01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</a:t>
            </a:r>
            <a:pPr indent="0" marL="0">
              <a:buNone/>
            </a:pPr>
            <a:r>
              <a:rPr lang="en-US" sz="5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40080" y="3383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Croiser trois mondes pour faire émerger des solutions qui marchent vraiment.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 — Consultante 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74320"/>
            <a:ext cx="118872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274320"/>
            <a:ext cx="118872" cy="2377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EXPERTISES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mondes, une approche.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260604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670048"/>
            <a:ext cx="283464" cy="2834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Agentique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GenIA, agents sur mesure, automatisation des processus métier.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29000" y="2286000"/>
            <a:ext cx="260604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03320" y="2560320"/>
            <a:ext cx="502920" cy="50292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670048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70332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cognitifs, intelligence collective, adoption du changement.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17920" y="2286000"/>
            <a:ext cx="260604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92240" y="2560320"/>
            <a:ext cx="502920" cy="50292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670048"/>
            <a:ext cx="283464" cy="2834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9224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Agilité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49224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Kanban, posture agile pour transformer les pratiques.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 — Consultante 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74320"/>
            <a:ext cx="118872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274320"/>
            <a:ext cx="118872" cy="2377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MÉTHODE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travaille ensemble.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2880360"/>
            <a:ext cx="676656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du besoin et des cas d'usage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2606040"/>
            <a:ext cx="548640" cy="54864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9456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des solutions et des supports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606040"/>
            <a:ext cx="548640" cy="54864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Formation, ateliers, déploiement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606040"/>
            <a:ext cx="548640" cy="54864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et ancrage dans les pratiques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 — Consultante 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73152" cy="73152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128016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457200"/>
            <a:ext cx="91440" cy="9144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097280"/>
            <a:ext cx="73152" cy="73152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6400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1005840"/>
            <a:ext cx="91440" cy="9144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54864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3200400"/>
            <a:ext cx="73152" cy="73152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4206240"/>
            <a:ext cx="91440" cy="9144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457200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4297680"/>
            <a:ext cx="73152" cy="73152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3840480"/>
            <a:ext cx="73152" cy="73152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43200"/>
            <a:ext cx="91440" cy="9144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731520"/>
            <a:ext cx="1188720" cy="54864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645920" y="457200"/>
            <a:ext cx="1280160" cy="8229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457200"/>
            <a:ext cx="1645920" cy="64008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572000" y="640080"/>
            <a:ext cx="1371600" cy="45720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640080"/>
            <a:ext cx="1554480" cy="3657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132320" y="3200400"/>
            <a:ext cx="1280160" cy="100584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029200" y="4206240"/>
            <a:ext cx="2103120" cy="3657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4297680"/>
            <a:ext cx="2286000" cy="27432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840480"/>
            <a:ext cx="1645920" cy="45720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43200"/>
            <a:ext cx="731520" cy="109728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4320"/>
            <a:ext cx="118872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" y="274320"/>
            <a:ext cx="118872" cy="2377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BÉNÉFICES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vos équipes y gagnent.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06B6D4">
              <a:alpha val="15000"/>
            </a:srgbClr>
          </a:solidFill>
          <a:ln w="9525">
            <a:solidFill>
              <a:srgbClr val="06B6D4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313432"/>
            <a:ext cx="219456" cy="21945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28016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280160" y="2560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des tâches répétitives sans perte de qualité.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663440" y="2194560"/>
            <a:ext cx="457200" cy="457200"/>
          </a:xfrm>
          <a:prstGeom prst="ellipse">
            <a:avLst/>
          </a:prstGeom>
          <a:solidFill>
            <a:srgbClr val="06B6D4">
              <a:alpha val="15000"/>
            </a:srgbClr>
          </a:solidFill>
          <a:ln w="9525">
            <a:solidFill>
              <a:srgbClr val="06B6D4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313432"/>
            <a:ext cx="219456" cy="21945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30352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compétence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5303520" y="2560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concrète des outils IA, sans jargon inutile.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6B6D4">
              <a:alpha val="15000"/>
            </a:srgbClr>
          </a:solidFill>
          <a:ln w="9525">
            <a:solidFill>
              <a:srgbClr val="06B6D4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547872"/>
            <a:ext cx="219456" cy="219456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28016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durable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128016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Pratiques ancrées qui survivent à l'effet de mode.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663440" y="3429000"/>
            <a:ext cx="457200" cy="457200"/>
          </a:xfrm>
          <a:prstGeom prst="ellipse">
            <a:avLst/>
          </a:prstGeom>
          <a:solidFill>
            <a:srgbClr val="06B6D4">
              <a:alpha val="15000"/>
            </a:srgbClr>
          </a:solidFill>
          <a:ln w="9525">
            <a:solidFill>
              <a:srgbClr val="06B6D4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547872"/>
            <a:ext cx="219456" cy="219456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30352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maîtrisée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530352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clair pour expérimenter sans dériver.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 — Consultante IA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74320"/>
            <a:ext cx="118872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274320"/>
            <a:ext cx="118872" cy="2377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résultats mesurables.</a:t>
            </a:r>
            <a:endParaRPr lang="en-US" sz="3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40080" y="219456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943600" y="2194560"/>
            <a:ext cx="2743200" cy="237744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INSIGHT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2648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+45%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6126480" y="3383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d'autonomie après 3 mois d'accompagnement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moyennes sur 12 missions • 2024-2025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 — Consultante IA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74320"/>
            <a:ext cx="118872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274320"/>
            <a:ext cx="118872" cy="2377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1554480" y="18288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L'approche neuroscientifique apporte une dimension humaine que la plupart des consultants IA n'ont tout simplement pas. Les équipes adhèrent vraiment.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554480" y="3657600"/>
            <a:ext cx="3657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 — Groupe industriel, 4500 collaborateurs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 — Consultante IA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73152" cy="73152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128016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457200"/>
            <a:ext cx="91440" cy="91440"/>
          </a:xfrm>
          <a:prstGeom prst="ellipse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097280"/>
            <a:ext cx="73152" cy="73152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64008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1005840"/>
            <a:ext cx="91440" cy="9144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54864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3200400"/>
            <a:ext cx="73152" cy="73152"/>
          </a:xfrm>
          <a:prstGeom prst="ellipse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4206240"/>
            <a:ext cx="91440" cy="9144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457200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4297680"/>
            <a:ext cx="73152" cy="73152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384048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43200"/>
            <a:ext cx="91440" cy="91440"/>
          </a:xfrm>
          <a:prstGeom prst="ellipse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731520"/>
            <a:ext cx="1188720" cy="54864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645920" y="457200"/>
            <a:ext cx="1280160" cy="8229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457200"/>
            <a:ext cx="1645920" cy="64008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572000" y="640080"/>
            <a:ext cx="1371600" cy="45720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640080"/>
            <a:ext cx="1554480" cy="3657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132320" y="3200400"/>
            <a:ext cx="1280160" cy="100584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029200" y="4206240"/>
            <a:ext cx="2103120" cy="36576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4297680"/>
            <a:ext cx="2286000" cy="27432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840480"/>
            <a:ext cx="1645920" cy="45720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43200"/>
            <a:ext cx="731520" cy="109728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Discutons</a:t>
            </a:r>
            <a:pPr indent="0" marL="0">
              <a:buNone/>
            </a:pPr>
            <a:r>
              <a:rPr lang="en-US" sz="5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votre projet.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pour cadrer votre besoin. Sans engagement.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3657600"/>
            <a:ext cx="2606040" cy="640080"/>
          </a:xfrm>
          <a:prstGeom prst="rect">
            <a:avLst/>
          </a:prstGeom>
          <a:solidFill>
            <a:srgbClr val="F8FAFC">
              <a:alpha val="5000"/>
            </a:srgbClr>
          </a:solidFill>
          <a:ln w="9525">
            <a:solidFill>
              <a:srgbClr val="06B6D4">
                <a:alpha val="50000"/>
              </a:srgbClr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40480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8872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contact@prenom-nom.fr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429000" y="3657600"/>
            <a:ext cx="2606040" cy="640080"/>
          </a:xfrm>
          <a:prstGeom prst="rect">
            <a:avLst/>
          </a:prstGeom>
          <a:solidFill>
            <a:srgbClr val="F8FAFC">
              <a:alpha val="5000"/>
            </a:srgbClr>
          </a:solidFill>
          <a:ln w="9525">
            <a:solidFill>
              <a:srgbClr val="06B6D4">
                <a:alpha val="50000"/>
              </a:srgbClr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384048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97764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linkedin.com/in/prenom-nom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217920" y="3657600"/>
            <a:ext cx="2606040" cy="640080"/>
          </a:xfrm>
          <a:prstGeom prst="rect">
            <a:avLst/>
          </a:prstGeom>
          <a:solidFill>
            <a:srgbClr val="F8FAFC">
              <a:alpha val="5000"/>
            </a:srgbClr>
          </a:solidFill>
          <a:ln w="9525">
            <a:solidFill>
              <a:srgbClr val="06B6D4">
                <a:alpha val="5000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76656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prenom-nom.fr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365760" y="274320"/>
            <a:ext cx="118872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2"/>
          <p:cNvSpPr/>
          <p:nvPr/>
        </p:nvSpPr>
        <p:spPr>
          <a:xfrm>
            <a:off x="484632" y="274320"/>
            <a:ext cx="118872" cy="2377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8" name="Text 33"/>
          <p:cNvSpPr/>
          <p:nvPr/>
        </p:nvSpPr>
        <p:spPr>
          <a:xfrm>
            <a:off x="6858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prénom.nom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4008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Prénom NOM   ·   Consultante IA &amp; Agentique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Neuro-Tech</dc:title>
  <dc:subject>PptxGenJS Presentation</dc:subject>
  <dc:creator>prénom.nom</dc:creator>
  <cp:lastModifiedBy>prénom.nom</cp:lastModifiedBy>
  <cp:revision>1</cp:revision>
  <dcterms:created xsi:type="dcterms:W3CDTF">2026-05-08T21:06:17Z</dcterms:created>
  <dcterms:modified xsi:type="dcterms:W3CDTF">2026-05-08T21:06:17Z</dcterms:modified>
</cp:coreProperties>
</file>